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943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373FF"/>
                </a:solidFill>
              </a:defRPr>
            </a:pPr>
            <a:r>
              <a:t>PITCH DECK - AgriConnect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Purpose: Empower Tier 2/3 India farmers with AI-driven insights, direct B2B linkage and smart logistics.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2926080" cy="2926080"/>
          </a:xfrm>
          <a:prstGeom prst="roundRect">
            <a:avLst/>
          </a:prstGeom>
          <a:solidFill>
            <a:srgbClr val="DCE6F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373FF"/>
                </a:solidFill>
              </a:defRPr>
            </a:pPr>
            <a:r>
              <a:t>(01)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760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373FF"/>
                </a:solidFill>
              </a:defRPr>
            </a:pPr>
            <a:r>
              <a:t>BUILD FOR BHARAT: STUDENT INNOVATOR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943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373FF"/>
                </a:solidFill>
              </a:defRPr>
            </a:pPr>
            <a:r>
              <a:t>Team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Project Name: AgriConnect 2.0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Team: Koppolu Buddha Bhavan &amp; team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Members: (Name — Role)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2926080" cy="2926080"/>
          </a:xfrm>
          <a:prstGeom prst="roundRect">
            <a:avLst/>
          </a:prstGeom>
          <a:solidFill>
            <a:srgbClr val="DCE6F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373FF"/>
                </a:solidFill>
              </a:defRPr>
            </a:pPr>
            <a:r>
              <a:t>(02)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760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373FF"/>
                </a:solidFill>
              </a:defRPr>
            </a:pPr>
            <a:r>
              <a:t>BUILD FOR BHARAT: STUDENT INNOVATOR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943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373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What problem are we solving?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Market opacity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High post-harvest losses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Low farmer incomes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2926080" cy="2926080"/>
          </a:xfrm>
          <a:prstGeom prst="roundRect">
            <a:avLst/>
          </a:prstGeom>
          <a:solidFill>
            <a:srgbClr val="DCE6F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373FF"/>
                </a:solidFill>
              </a:defRPr>
            </a:pPr>
            <a:r>
              <a:t>(03)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760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373FF"/>
                </a:solidFill>
              </a:defRPr>
            </a:pPr>
            <a:r>
              <a:t>BUILD FOR BHARAT: STUDENT INNOVATOR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943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373FF"/>
                </a:solidFill>
              </a:defRPr>
            </a:pPr>
            <a:r>
              <a:t>Your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Direct B2B marketplace, AI price forecasts, smart logistics and verified carriers.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2926080" cy="2926080"/>
          </a:xfrm>
          <a:prstGeom prst="roundRect">
            <a:avLst/>
          </a:prstGeom>
          <a:solidFill>
            <a:srgbClr val="DCE6F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373FF"/>
                </a:solidFill>
              </a:defRPr>
            </a:pPr>
            <a:r>
              <a:t>(04)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760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373FF"/>
                </a:solidFill>
              </a:defRPr>
            </a:pPr>
            <a:r>
              <a:t>BUILD FOR BHARAT: STUDENT INNOVATOR CHALLENGE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943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373FF"/>
                </a:solidFill>
              </a:defRPr>
            </a:pPr>
            <a:r>
              <a:t>Innovation &amp; Uniqueness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AI-driven predictive pricing, low-bandwidth vernacular UI, integrated logistics matching.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2926080" cy="2926080"/>
          </a:xfrm>
          <a:prstGeom prst="roundRect">
            <a:avLst/>
          </a:prstGeom>
          <a:solidFill>
            <a:srgbClr val="DCE6F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373FF"/>
                </a:solidFill>
              </a:defRPr>
            </a:pPr>
            <a:r>
              <a:t>(05)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760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373FF"/>
                </a:solidFill>
              </a:defRPr>
            </a:pPr>
            <a:r>
              <a:t>BUILD FOR BHARAT: STUDENT INNOVATOR CHALLENGE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943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373FF"/>
                </a:solidFill>
              </a:defRPr>
            </a:pPr>
            <a:r>
              <a:t>Target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Tier 2/3 districts, smallholder farmers, local retailers, processors — regional first rollout.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2926080" cy="2926080"/>
          </a:xfrm>
          <a:prstGeom prst="roundRect">
            <a:avLst/>
          </a:prstGeom>
          <a:solidFill>
            <a:srgbClr val="DCE6F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373FF"/>
                </a:solidFill>
              </a:defRPr>
            </a:pPr>
            <a:r>
              <a:t>(06)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760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373FF"/>
                </a:solidFill>
              </a:defRPr>
            </a:pPr>
            <a:r>
              <a:t>BUILD FOR BHARAT: STUDENT INNOVATOR CHALLENGE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943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373FF"/>
                </a:solidFill>
              </a:defRPr>
            </a:pPr>
            <a:r>
              <a:t>User Journey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1) Farmer lists harvest → 2) AI forecasts price → 3) Buyer matches → 4) Logistics matched → 5) Delivery &amp; payment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2926080" cy="2926080"/>
          </a:xfrm>
          <a:prstGeom prst="roundRect">
            <a:avLst/>
          </a:prstGeom>
          <a:solidFill>
            <a:srgbClr val="DCE6F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373FF"/>
                </a:solidFill>
              </a:defRPr>
            </a:pPr>
            <a:r>
              <a:t>(07)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760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373FF"/>
                </a:solidFill>
              </a:defRPr>
            </a:pPr>
            <a:r>
              <a:t>BUILD FOR BHARAT: STUDENT INNOVATOR CHALLENGE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943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373FF"/>
                </a:solidFill>
              </a:defRPr>
            </a:pPr>
            <a:r>
              <a:t>Feasibility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Python/Django backend, ML models (sklearn), light-weight JS frontend, SMS/voice fallbacks.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2926080" cy="2926080"/>
          </a:xfrm>
          <a:prstGeom prst="roundRect">
            <a:avLst/>
          </a:prstGeom>
          <a:solidFill>
            <a:srgbClr val="DCE6F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373FF"/>
                </a:solidFill>
              </a:defRPr>
            </a:pPr>
            <a:r>
              <a:t>(08)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760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373FF"/>
                </a:solidFill>
              </a:defRPr>
            </a:pPr>
            <a:r>
              <a:t>BUILD FOR BHARAT: STUDENT INNOVATOR CHALLENGE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943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373FF"/>
                </a:solidFill>
              </a:defRPr>
            </a:pPr>
            <a:r>
              <a:t>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Roadmap Week 1–6: MVP, pilot with 50 farmers, onboard 10 buyers, iterate.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2926080" cy="2926080"/>
          </a:xfrm>
          <a:prstGeom prst="roundRect">
            <a:avLst/>
          </a:prstGeom>
          <a:solidFill>
            <a:srgbClr val="DCE6F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373FF"/>
                </a:solidFill>
              </a:defRPr>
            </a:pPr>
            <a:r>
              <a:t>(09)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760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373FF"/>
                </a:solidFill>
              </a:defRPr>
            </a:pPr>
            <a:r>
              <a:t>BUILD FOR BHARAT: STUDENT INNOVATOR CHALLENGE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943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373FF"/>
                </a:solidFill>
              </a:defRPr>
            </a:pPr>
            <a:r>
              <a:t>Closing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If your idea grows: Long-term vision, scalability, and collaborations. Contact: info@agriconnect.example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2926080" cy="2926080"/>
          </a:xfrm>
          <a:prstGeom prst="roundRect">
            <a:avLst/>
          </a:prstGeom>
          <a:solidFill>
            <a:srgbClr val="DCE6F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373FF"/>
                </a:solidFill>
              </a:defRPr>
            </a:pPr>
            <a:r>
              <a:t>(10)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760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373FF"/>
                </a:solidFill>
              </a:defRPr>
            </a:pPr>
            <a:r>
              <a:t>BUILD FOR BHARAT: STUDENT INNOVATOR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